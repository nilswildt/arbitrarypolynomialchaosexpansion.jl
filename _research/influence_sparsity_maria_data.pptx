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>
        <p:scale>
          <a:sx n="150" d="100"/>
          <a:sy n="150" d="100"/>
        </p:scale>
        <p:origin x="484" y="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427C8-9C2B-4EAC-8622-92A40B81650F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0D31-1ED6-435B-9D5A-B1C11D581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75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427C8-9C2B-4EAC-8622-92A40B81650F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0D31-1ED6-435B-9D5A-B1C11D581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86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427C8-9C2B-4EAC-8622-92A40B81650F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0D31-1ED6-435B-9D5A-B1C11D581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89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427C8-9C2B-4EAC-8622-92A40B81650F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0D31-1ED6-435B-9D5A-B1C11D581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1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427C8-9C2B-4EAC-8622-92A40B81650F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0D31-1ED6-435B-9D5A-B1C11D581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18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427C8-9C2B-4EAC-8622-92A40B81650F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0D31-1ED6-435B-9D5A-B1C11D581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71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427C8-9C2B-4EAC-8622-92A40B81650F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0D31-1ED6-435B-9D5A-B1C11D581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05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427C8-9C2B-4EAC-8622-92A40B81650F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0D31-1ED6-435B-9D5A-B1C11D581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049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427C8-9C2B-4EAC-8622-92A40B81650F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0D31-1ED6-435B-9D5A-B1C11D581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52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427C8-9C2B-4EAC-8622-92A40B81650F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0D31-1ED6-435B-9D5A-B1C11D581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38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427C8-9C2B-4EAC-8622-92A40B81650F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0D31-1ED6-435B-9D5A-B1C11D581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479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427C8-9C2B-4EAC-8622-92A40B81650F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60D31-1ED6-435B-9D5A-B1C11D581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436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60483"/>
            <a:ext cx="2849033" cy="21064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967" y="115516"/>
            <a:ext cx="2950633" cy="21984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800" y="60483"/>
            <a:ext cx="2879420" cy="210642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902" y="2252495"/>
            <a:ext cx="3391827" cy="2509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834" y="4885267"/>
            <a:ext cx="1054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2, 0.1, 0.6</a:t>
            </a:r>
            <a:endParaRPr 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1267884" y="2121690"/>
            <a:ext cx="1054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1, 0, 0</a:t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4709584" y="2121690"/>
            <a:ext cx="1054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1, 0.5, 0.5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9429751" y="2313970"/>
            <a:ext cx="1054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1, 1.0, 1.0</a:t>
            </a:r>
            <a:endParaRPr lang="en-US" sz="11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7800" y="2500019"/>
            <a:ext cx="3079908" cy="221693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92701" y="4833676"/>
            <a:ext cx="1054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2, 0.5, 0.6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9533" y="2313970"/>
            <a:ext cx="3531005" cy="25603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34501" y="5193509"/>
            <a:ext cx="1054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20.4,0.6</a:t>
            </a:r>
          </a:p>
        </p:txBody>
      </p:sp>
    </p:spTree>
    <p:extLst>
      <p:ext uri="{BB962C8B-B14F-4D97-AF65-F5344CB8AC3E}">
        <p14:creationId xmlns:p14="http://schemas.microsoft.com/office/powerpoint/2010/main" val="2699863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939801" y="4994013"/>
            <a:ext cx="1054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3, 1.0, 1.0</a:t>
            </a:r>
            <a:endParaRPr 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1267884" y="2121690"/>
            <a:ext cx="1054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3, 0, 0.5</a:t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4442885" y="2444775"/>
            <a:ext cx="1054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3, 0.5, 0.1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9334501" y="2491770"/>
            <a:ext cx="1054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3, 0.1, 0.9</a:t>
            </a:r>
            <a:endParaRPr lang="en-US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5055195" y="5582976"/>
            <a:ext cx="1054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3, 0.5, 0.7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84" y="210198"/>
            <a:ext cx="2828072" cy="18445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567" y="251272"/>
            <a:ext cx="2905257" cy="202705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5166" y="89232"/>
            <a:ext cx="3149221" cy="235113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554" y="2753380"/>
            <a:ext cx="2946532" cy="212031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2047" y="2821736"/>
            <a:ext cx="3360887" cy="250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402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51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Nils Wildt</dc:creator>
  <cp:lastModifiedBy>Nils Wildt</cp:lastModifiedBy>
  <cp:revision>3</cp:revision>
  <dcterms:created xsi:type="dcterms:W3CDTF">2024-06-13T09:29:06Z</dcterms:created>
  <dcterms:modified xsi:type="dcterms:W3CDTF">2024-06-13T09:33:55Z</dcterms:modified>
</cp:coreProperties>
</file>